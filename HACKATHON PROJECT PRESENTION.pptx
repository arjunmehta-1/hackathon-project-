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70" r:id="rId13"/>
    <p:sldId id="271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26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5C0B-4ABF-4FE2-8D95-DF5B3A407B33}" type="datetimeFigureOut">
              <a:rPr lang="en-US" smtClean="0"/>
              <a:pPr/>
              <a:t>1/31/2026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66CA2447-65E7-47D3-B16B-4CF1C0A30F58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7158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5C0B-4ABF-4FE2-8D95-DF5B3A407B33}" type="datetimeFigureOut">
              <a:rPr lang="en-US" smtClean="0"/>
              <a:pPr/>
              <a:t>1/31/2026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A2447-65E7-47D3-B16B-4CF1C0A30F58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0711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5C0B-4ABF-4FE2-8D95-DF5B3A407B33}" type="datetimeFigureOut">
              <a:rPr lang="en-US" smtClean="0"/>
              <a:pPr/>
              <a:t>1/31/2026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A2447-65E7-47D3-B16B-4CF1C0A30F58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270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5C0B-4ABF-4FE2-8D95-DF5B3A407B33}" type="datetimeFigureOut">
              <a:rPr lang="en-US" smtClean="0"/>
              <a:pPr/>
              <a:t>1/31/2026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A2447-65E7-47D3-B16B-4CF1C0A30F58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961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5C0B-4ABF-4FE2-8D95-DF5B3A407B33}" type="datetimeFigureOut">
              <a:rPr lang="en-US" smtClean="0"/>
              <a:pPr/>
              <a:t>1/31/2026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A2447-65E7-47D3-B16B-4CF1C0A30F5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5687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5C0B-4ABF-4FE2-8D95-DF5B3A407B33}" type="datetimeFigureOut">
              <a:rPr lang="en-US" smtClean="0"/>
              <a:pPr/>
              <a:t>1/31/2026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A2447-65E7-47D3-B16B-4CF1C0A30F5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097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5C0B-4ABF-4FE2-8D95-DF5B3A407B33}" type="datetimeFigureOut">
              <a:rPr lang="en-US" smtClean="0"/>
              <a:pPr/>
              <a:t>1/31/2026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A2447-65E7-47D3-B16B-4CF1C0A30F5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558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5C0B-4ABF-4FE2-8D95-DF5B3A407B33}" type="datetimeFigureOut">
              <a:rPr lang="en-US" smtClean="0"/>
              <a:pPr/>
              <a:t>1/31/2026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A2447-65E7-47D3-B16B-4CF1C0A30F58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2656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C2A35C0B-4ABF-4FE2-8D95-DF5B3A407B33}" type="datetimeFigureOut">
              <a:rPr lang="en-US" smtClean="0"/>
              <a:pPr/>
              <a:t>1/31/2026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A2447-65E7-47D3-B16B-4CF1C0A30F58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1726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5C0B-4ABF-4FE2-8D95-DF5B3A407B33}" type="datetimeFigureOut">
              <a:rPr lang="en-US" smtClean="0"/>
              <a:pPr/>
              <a:t>1/31/2026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A2447-65E7-47D3-B16B-4CF1C0A30F5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7934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35C0B-4ABF-4FE2-8D95-DF5B3A407B33}" type="datetimeFigureOut">
              <a:rPr lang="en-US" smtClean="0"/>
              <a:pPr/>
              <a:t>1/31/2026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A2447-65E7-47D3-B16B-4CF1C0A30F58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571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A35C0B-4ABF-4FE2-8D95-DF5B3A407B33}" type="datetimeFigureOut">
              <a:rPr lang="en-US" smtClean="0"/>
              <a:pPr/>
              <a:t>1/31/2026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6CA2447-65E7-47D3-B16B-4CF1C0A30F5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1763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0034" y="857232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GB" dirty="0"/>
              <a:t>HACKATHON PROJECT PRESENTION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l">
              <a:buFont typeface="Arial" pitchFamily="34" charset="0"/>
              <a:buChar char="•"/>
            </a:pPr>
            <a:r>
              <a:rPr lang="en-GB" sz="2400" dirty="0"/>
              <a:t>EVENT NAME : </a:t>
            </a:r>
            <a:r>
              <a:rPr lang="en-GB" sz="2400" dirty="0" err="1"/>
              <a:t>Techsprint</a:t>
            </a:r>
            <a:r>
              <a:rPr lang="en-GB" sz="2400" dirty="0"/>
              <a:t> Hackathon</a:t>
            </a:r>
          </a:p>
          <a:p>
            <a:pPr algn="l">
              <a:buFont typeface="Arial" pitchFamily="34" charset="0"/>
              <a:buChar char="•"/>
            </a:pPr>
            <a:r>
              <a:rPr lang="en-GB" sz="2400" dirty="0"/>
              <a:t>COLLEGE : GEC BHAVANAGAR</a:t>
            </a:r>
          </a:p>
          <a:p>
            <a:pPr algn="l">
              <a:buFont typeface="Arial" pitchFamily="34" charset="0"/>
              <a:buChar char="•"/>
            </a:pPr>
            <a:r>
              <a:rPr lang="en-GB" sz="2400" dirty="0"/>
              <a:t>DATE :31/1/2026</a:t>
            </a:r>
          </a:p>
        </p:txBody>
      </p:sp>
    </p:spTree>
  </p:cSld>
  <p:clrMapOvr>
    <a:masterClrMapping/>
  </p:clrMapOvr>
  <p:transition>
    <p:push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0034" y="642918"/>
            <a:ext cx="8305800" cy="1981200"/>
          </a:xfrm>
        </p:spPr>
        <p:txBody>
          <a:bodyPr/>
          <a:lstStyle/>
          <a:p>
            <a:r>
              <a:rPr lang="en-GB" dirty="0"/>
              <a:t>TEAM DEATAILS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6409515" cy="1842011"/>
          </a:xfrm>
        </p:spPr>
        <p:txBody>
          <a:bodyPr>
            <a:normAutofit/>
          </a:bodyPr>
          <a:lstStyle/>
          <a:p>
            <a:pPr algn="l"/>
            <a:r>
              <a:rPr lang="en-GB" dirty="0"/>
              <a:t>TEAM ID : TM042</a:t>
            </a:r>
          </a:p>
          <a:p>
            <a:pPr algn="l"/>
            <a:r>
              <a:rPr lang="en-GB" dirty="0"/>
              <a:t>PROBLEM STATEMENT ID : PS007</a:t>
            </a:r>
          </a:p>
          <a:p>
            <a:pPr algn="l"/>
            <a:r>
              <a:rPr lang="en-GB" dirty="0"/>
              <a:t>PROBLEM STATEMENT TITLE : CAMPUS LOST&amp;FOUND PORTAL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5786" y="357166"/>
            <a:ext cx="7772400" cy="1470025"/>
          </a:xfrm>
        </p:spPr>
        <p:txBody>
          <a:bodyPr/>
          <a:lstStyle/>
          <a:p>
            <a:r>
              <a:rPr lang="en-GB" dirty="0"/>
              <a:t>TEAM MEMBERS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39752" y="2564904"/>
            <a:ext cx="6624736" cy="2808312"/>
          </a:xfrm>
        </p:spPr>
        <p:txBody>
          <a:bodyPr>
            <a:normAutofit fontScale="85000" lnSpcReduction="20000"/>
          </a:bodyPr>
          <a:lstStyle/>
          <a:p>
            <a:pPr algn="l">
              <a:buFont typeface="Arial" pitchFamily="34" charset="0"/>
              <a:buChar char="•"/>
            </a:pPr>
            <a:r>
              <a:rPr lang="en-GB" dirty="0"/>
              <a:t>TEAM LEADER:</a:t>
            </a:r>
          </a:p>
          <a:p>
            <a:pPr algn="l">
              <a:buFont typeface="Arial" pitchFamily="34" charset="0"/>
              <a:buChar char="•"/>
            </a:pPr>
            <a:r>
              <a:rPr lang="en-GB" dirty="0"/>
              <a:t>NAME : MEHTA ARJUN  C.</a:t>
            </a:r>
          </a:p>
          <a:p>
            <a:pPr algn="l"/>
            <a:endParaRPr lang="en-GB" dirty="0"/>
          </a:p>
          <a:p>
            <a:pPr algn="l">
              <a:buFont typeface="Arial" pitchFamily="34" charset="0"/>
              <a:buChar char="•"/>
            </a:pPr>
            <a:r>
              <a:rPr lang="en-GB" dirty="0"/>
              <a:t>TEAM MEMBERS:</a:t>
            </a:r>
          </a:p>
          <a:p>
            <a:pPr algn="l">
              <a:buFont typeface="Arial" pitchFamily="34" charset="0"/>
              <a:buChar char="•"/>
            </a:pPr>
            <a:endParaRPr lang="en-GB" dirty="0"/>
          </a:p>
          <a:p>
            <a:pPr algn="l">
              <a:buFont typeface="Arial" pitchFamily="34" charset="0"/>
              <a:buChar char="•"/>
            </a:pPr>
            <a:r>
              <a:rPr lang="en-GB" dirty="0"/>
              <a:t>-MEMBERS 1 : DABHI PARTH</a:t>
            </a:r>
          </a:p>
          <a:p>
            <a:pPr algn="l">
              <a:buFont typeface="Arial" pitchFamily="34" charset="0"/>
              <a:buChar char="•"/>
            </a:pPr>
            <a:r>
              <a:rPr lang="en-GB" dirty="0"/>
              <a:t>-MEMBERS 2 : DARSHAN PARMAR</a:t>
            </a:r>
          </a:p>
          <a:p>
            <a:pPr algn="l">
              <a:buFont typeface="Arial" pitchFamily="34" charset="0"/>
              <a:buChar char="•"/>
            </a:pPr>
            <a:r>
              <a:rPr lang="en-GB" dirty="0"/>
              <a:t>-MEMBERS 3: SOLANKI VIVEK K.</a:t>
            </a:r>
          </a:p>
          <a:p>
            <a:pPr>
              <a:buFont typeface="Arial" pitchFamily="34" charset="0"/>
              <a:buChar char="•"/>
            </a:pPr>
            <a:endParaRPr lang="en-GB" dirty="0"/>
          </a:p>
          <a:p>
            <a:pPr>
              <a:buFont typeface="Arial" pitchFamily="34" charset="0"/>
              <a:buChar char="•"/>
            </a:pPr>
            <a:endParaRPr lang="en-GB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PROBLEM STATEMENT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258204" cy="2943906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GB" dirty="0"/>
              <a:t>In college campuses, lost items often remain unrecovered due to the absence of a centralized system. Current methods like notice boards or messaging groups are unorganized and ineffective. This results in wasted time and frustration for both item owners and finders.</a:t>
            </a:r>
          </a:p>
          <a:p>
            <a:pPr>
              <a:buFont typeface="Wingdings" pitchFamily="2" charset="2"/>
              <a:buChar char="Ø"/>
            </a:pPr>
            <a:r>
              <a:rPr lang="en-GB" dirty="0"/>
              <a:t> Our solution provides a digital lost-and-found platform that enables easy reporting, searching, and communication to quickly reunite items with their owners.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OBJECTIVE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To develop a centralized digital Campus Lost &amp; Found Portal that allows users to easily report, search, and recover lost or found items, ensuring quick communication between finders and owners using a secure and reliable platform.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PROPOSED SOLUTION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29642" cy="2872468"/>
          </a:xfrm>
        </p:spPr>
        <p:txBody>
          <a:bodyPr/>
          <a:lstStyle/>
          <a:p>
            <a:pPr algn="l">
              <a:buFont typeface="Wingdings" pitchFamily="2" charset="2"/>
              <a:buChar char="Ø"/>
            </a:pPr>
            <a:r>
              <a:rPr lang="en-GB" dirty="0"/>
              <a:t>We propose a centralized web/app-based Campus Lost &amp; Found Portal where users can report lost or found items with images, search and filter items by category, and securely contact each other.</a:t>
            </a:r>
          </a:p>
          <a:p>
            <a:pPr algn="l">
              <a:buFont typeface="Wingdings" pitchFamily="2" charset="2"/>
              <a:buChar char="Ø"/>
            </a:pPr>
            <a:r>
              <a:rPr lang="en-GB" dirty="0"/>
              <a:t> The platform uses Firebase </a:t>
            </a:r>
            <a:r>
              <a:rPr lang="en-GB" dirty="0" err="1"/>
              <a:t>Firestore</a:t>
            </a:r>
            <a:r>
              <a:rPr lang="en-GB" dirty="0"/>
              <a:t> and Storage for real-time data management, image storage, and scalability, making the recovery process fast, transparent, and efficient.</a:t>
            </a:r>
          </a:p>
          <a:p>
            <a:pPr algn="l"/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KEY FEATURES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915176" cy="2686072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GB" dirty="0"/>
              <a:t>-FEATURE 1: Report lost and found items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-FEATURE 2 : Real-time updates using Firebase </a:t>
            </a:r>
            <a:r>
              <a:rPr lang="en-GB" dirty="0" err="1"/>
              <a:t>Firestore</a:t>
            </a:r>
            <a:endParaRPr lang="en-GB" dirty="0"/>
          </a:p>
          <a:p>
            <a:pPr>
              <a:buFont typeface="Arial" pitchFamily="34" charset="0"/>
              <a:buChar char="•"/>
            </a:pPr>
            <a:endParaRPr lang="en-GB" dirty="0"/>
          </a:p>
          <a:p>
            <a:pPr>
              <a:buFont typeface="Arial" pitchFamily="34" charset="0"/>
              <a:buChar char="•"/>
            </a:pPr>
            <a:endParaRPr lang="en-GB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TECHNOLOGY STACK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24" y="3571876"/>
            <a:ext cx="7500990" cy="3000396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HTML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CSS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JAVASCRIPT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/>
              <a:t>FIREBASE (AS GOOGLE TECHNOLOGY)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1760" y="887569"/>
            <a:ext cx="6179138" cy="2541431"/>
          </a:xfrm>
        </p:spPr>
        <p:txBody>
          <a:bodyPr/>
          <a:lstStyle/>
          <a:p>
            <a:r>
              <a:rPr lang="en-GB" dirty="0"/>
              <a:t>IMPLEMENTATION DETAILS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7557634" cy="2249476"/>
          </a:xfrm>
        </p:spPr>
        <p:txBody>
          <a:bodyPr>
            <a:normAutofit fontScale="92500" lnSpcReduction="20000"/>
          </a:bodyPr>
          <a:lstStyle/>
          <a:p>
            <a:pPr algn="l">
              <a:buFont typeface="Wingdings" pitchFamily="2" charset="2"/>
              <a:buChar char="Ø"/>
            </a:pPr>
            <a:r>
              <a:rPr lang="en-GB" dirty="0"/>
              <a:t>Frontend Development:</a:t>
            </a:r>
          </a:p>
          <a:p>
            <a:pPr algn="l"/>
            <a:r>
              <a:rPr lang="en-GB" dirty="0"/>
              <a:t>Build a responsive web interface using HTML, CSS, and JavaScript (or React). Create forms for reporting lost/found items, item listing pages, and search/filter components.</a:t>
            </a:r>
          </a:p>
          <a:p>
            <a:pPr algn="l">
              <a:buFont typeface="Wingdings" pitchFamily="2" charset="2"/>
              <a:buChar char="Ø"/>
            </a:pPr>
            <a:r>
              <a:rPr lang="en-GB" dirty="0"/>
              <a:t>Database (</a:t>
            </a:r>
            <a:r>
              <a:rPr lang="en-GB" dirty="0" err="1"/>
              <a:t>Firestore</a:t>
            </a:r>
            <a:r>
              <a:rPr lang="en-GB" dirty="0"/>
              <a:t>):</a:t>
            </a:r>
          </a:p>
          <a:p>
            <a:pPr algn="l"/>
            <a:r>
              <a:rPr lang="en-GB" dirty="0"/>
              <a:t>Store item details such as item name, description, category, status (lost/found), location, date, and user ID in Firebase </a:t>
            </a:r>
            <a:r>
              <a:rPr lang="en-GB" dirty="0" err="1"/>
              <a:t>Firestore</a:t>
            </a:r>
            <a:r>
              <a:rPr lang="en-GB"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DEMO &amp; SUBMISSION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401080" cy="2801030"/>
          </a:xfrm>
        </p:spPr>
        <p:txBody>
          <a:bodyPr/>
          <a:lstStyle/>
          <a:p>
            <a:pPr algn="l">
              <a:buFont typeface="Wingdings" pitchFamily="2" charset="2"/>
              <a:buChar char="q"/>
            </a:pPr>
            <a:r>
              <a:rPr lang="en-GB" dirty="0"/>
              <a:t>Presentation (PPT):</a:t>
            </a:r>
          </a:p>
          <a:p>
            <a:pPr algn="l"/>
            <a:r>
              <a:rPr lang="en-GB" dirty="0"/>
              <a:t>Include problem statement, objective, proposed solution,  implementation details, </a:t>
            </a:r>
          </a:p>
          <a:p>
            <a:pPr algn="l">
              <a:buFont typeface="Wingdings" pitchFamily="2" charset="2"/>
              <a:buChar char="q"/>
            </a:pPr>
            <a:r>
              <a:rPr lang="en-GB" dirty="0"/>
              <a:t>Project Repository:</a:t>
            </a:r>
          </a:p>
          <a:p>
            <a:pPr algn="l"/>
            <a:r>
              <a:rPr lang="en-GB" dirty="0"/>
              <a:t>Submit the complete source code on </a:t>
            </a:r>
            <a:r>
              <a:rPr lang="en-GB" dirty="0" err="1"/>
              <a:t>GitHub</a:t>
            </a:r>
            <a:r>
              <a:rPr lang="en-GB" dirty="0"/>
              <a:t> with a clear README explaining setup, features, and technologies used.</a:t>
            </a:r>
          </a:p>
          <a:p>
            <a:pPr algn="l"/>
            <a:endParaRPr lang="en-GB" dirty="0"/>
          </a:p>
          <a:p>
            <a:pPr algn="l"/>
            <a:endParaRPr lang="en-GB" dirty="0"/>
          </a:p>
          <a:p>
            <a:pPr algn="l"/>
            <a:endParaRPr lang="en-GB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CHALLANGES&amp; LEARNINGS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5616" y="3717032"/>
            <a:ext cx="7859216" cy="2177468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GB" sz="2000" dirty="0"/>
              <a:t>CHALLANGES :</a:t>
            </a:r>
          </a:p>
          <a:p>
            <a:pPr marL="457200" indent="-457200" algn="l">
              <a:buAutoNum type="arabicPeriod"/>
            </a:pPr>
            <a:r>
              <a:rPr lang="en-GB" sz="2000" dirty="0"/>
              <a:t>Ensuring real-time updates for lost and found items across multiple users.</a:t>
            </a:r>
          </a:p>
          <a:p>
            <a:pPr marL="457200" indent="-457200" algn="l"/>
            <a:r>
              <a:rPr lang="en-GB" sz="2000" dirty="0"/>
              <a:t>LEARNINGS :  </a:t>
            </a:r>
          </a:p>
          <a:p>
            <a:pPr marL="457200" indent="-457200" algn="l"/>
            <a:r>
              <a:rPr lang="en-GB" sz="2000" dirty="0"/>
              <a:t>1. Understood FIREBASE technology</a:t>
            </a:r>
          </a:p>
          <a:p>
            <a:pPr algn="l"/>
            <a:r>
              <a:rPr lang="en-GB" sz="2000" dirty="0"/>
              <a:t>2. Understand the linking between frontend and firebase</a:t>
            </a:r>
          </a:p>
          <a:p>
            <a:pPr marL="457200" indent="-457200" algn="l"/>
            <a:endParaRPr lang="en-GB" dirty="0"/>
          </a:p>
          <a:p>
            <a:pPr marL="457200" indent="-457200" algn="l"/>
            <a:endParaRPr lang="en-GB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FUTURE SCOPS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7787208" cy="21054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 Future we can IMPROVE UI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 AND MAKE CODE MORE EFFICIENT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 FUTURE ALSO WE CREATE OUR OWN DATABASE INSTEAD OF FIREBASE 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5576" y="3754737"/>
            <a:ext cx="8043890" cy="2300964"/>
          </a:xfrm>
        </p:spPr>
        <p:txBody>
          <a:bodyPr/>
          <a:lstStyle/>
          <a:p>
            <a:pPr algn="l"/>
            <a:r>
              <a:rPr lang="en-GB" dirty="0"/>
              <a:t>The Campus Lost &amp; Found Portal provides a simple, secure, and efficient solution to the problem of lost items in educational campuses.</a:t>
            </a:r>
          </a:p>
          <a:p>
            <a:pPr algn="l"/>
            <a:endParaRPr lang="en-GB" dirty="0"/>
          </a:p>
          <a:p>
            <a:pPr algn="l"/>
            <a:r>
              <a:rPr lang="en-GB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155</TotalTime>
  <Words>485</Words>
  <Application>Microsoft Office PowerPoint</Application>
  <PresentationFormat>On-screen Show (4:3)</PresentationFormat>
  <Paragraphs>58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Gill Sans MT</vt:lpstr>
      <vt:lpstr>Wingdings</vt:lpstr>
      <vt:lpstr>Gallery</vt:lpstr>
      <vt:lpstr>HACKATHON PROJECT PRESENTION</vt:lpstr>
      <vt:lpstr>TEAM DEATAILS</vt:lpstr>
      <vt:lpstr>TEAM MEMBERS</vt:lpstr>
      <vt:lpstr>PROBLEM STATEMENT</vt:lpstr>
      <vt:lpstr>OBJECTIVE</vt:lpstr>
      <vt:lpstr>PROPOSED SOLUTION</vt:lpstr>
      <vt:lpstr>KEY FEATURES</vt:lpstr>
      <vt:lpstr>TECHNOLOGY STACK</vt:lpstr>
      <vt:lpstr>IMPLEMENTATION DETAILS</vt:lpstr>
      <vt:lpstr>DEMO &amp; SUBMISSION</vt:lpstr>
      <vt:lpstr>CHALLANGES&amp; LEARNINGS</vt:lpstr>
      <vt:lpstr>FUTURE SCOPS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 PROJECT PRESENTION</dc:title>
  <dc:creator>ss</dc:creator>
  <cp:lastModifiedBy>arjunmehta428@gmail.com</cp:lastModifiedBy>
  <cp:revision>16</cp:revision>
  <dcterms:created xsi:type="dcterms:W3CDTF">2026-01-31T03:45:20Z</dcterms:created>
  <dcterms:modified xsi:type="dcterms:W3CDTF">2026-01-31T07:51:20Z</dcterms:modified>
</cp:coreProperties>
</file>